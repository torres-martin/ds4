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et Bold" charset="1" panose="00000000000000000000"/>
      <p:regular r:id="rId12"/>
    </p:embeddedFont>
    <p:embeddedFont>
      <p:font typeface="Garet Light" charset="1" panose="00000000000000000000"/>
      <p:regular r:id="rId13"/>
    </p:embeddedFont>
    <p:embeddedFont>
      <p:font typeface="Archivo Black" charset="1" panose="020B0A03020202020B04"/>
      <p:regular r:id="rId14"/>
    </p:embeddedFont>
    <p:embeddedFont>
      <p:font typeface="Garet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1.png" Type="http://schemas.openxmlformats.org/officeDocument/2006/relationships/image"/><Relationship Id="rId18" Target="../media/image12.svg" Type="http://schemas.openxmlformats.org/officeDocument/2006/relationships/image"/><Relationship Id="rId19" Target="../media/image26.png" Type="http://schemas.openxmlformats.org/officeDocument/2006/relationships/image"/><Relationship Id="rId2" Target="../media/image1.jpeg" Type="http://schemas.openxmlformats.org/officeDocument/2006/relationships/image"/><Relationship Id="rId20" Target="../media/image27.svg" Type="http://schemas.openxmlformats.org/officeDocument/2006/relationships/image"/><Relationship Id="rId21" Target="../media/image28.png" Type="http://schemas.openxmlformats.org/officeDocument/2006/relationships/image"/><Relationship Id="rId22" Target="../media/image29.svg" Type="http://schemas.openxmlformats.org/officeDocument/2006/relationships/image"/><Relationship Id="rId23" Target="../media/image30.png" Type="http://schemas.openxmlformats.org/officeDocument/2006/relationships/image"/><Relationship Id="rId24" Target="https://github.com/torres-martin/ds4/tree/387b63cd08422d7a7505ac6b3a03b29d2e0503ca/Proyecto1/Proyecto1" TargetMode="External" Type="http://schemas.openxmlformats.org/officeDocument/2006/relationships/hyperlink"/><Relationship Id="rId25" Target="https://github.com/torres-martin/ds4/tree/387b63cd08422d7a7505ac6b3a03b29d2e0503ca/Proyecto1/Proyecto1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72779" y="5772170"/>
            <a:ext cx="5813038" cy="5743698"/>
          </a:xfrm>
          <a:custGeom>
            <a:avLst/>
            <a:gdLst/>
            <a:ahLst/>
            <a:cxnLst/>
            <a:rect r="r" b="b" t="t" l="l"/>
            <a:pathLst>
              <a:path h="5743698" w="5813038">
                <a:moveTo>
                  <a:pt x="0" y="0"/>
                </a:moveTo>
                <a:lnTo>
                  <a:pt x="5813039" y="0"/>
                </a:lnTo>
                <a:lnTo>
                  <a:pt x="5813039" y="5743697"/>
                </a:lnTo>
                <a:lnTo>
                  <a:pt x="0" y="5743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91449" y="5935776"/>
            <a:ext cx="5505102" cy="43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1"/>
              </a:lnSpc>
              <a:spcBef>
                <a:spcPct val="0"/>
              </a:spcBef>
            </a:pPr>
            <a:r>
              <a:rPr lang="en-US" b="true" sz="2616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Martin Torres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8701" y="990600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Desarrollo de software 4 |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12/17/2025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51306" y="4297328"/>
            <a:ext cx="12185387" cy="122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PROYECTO FINAL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920304" y="1755258"/>
            <a:ext cx="9338996" cy="7170818"/>
            <a:chOff x="0" y="0"/>
            <a:chExt cx="1999328" cy="15351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9328" cy="1535156"/>
            </a:xfrm>
            <a:custGeom>
              <a:avLst/>
              <a:gdLst/>
              <a:ahLst/>
              <a:cxnLst/>
              <a:rect r="r" b="b" t="t" l="l"/>
              <a:pathLst>
                <a:path h="1535156" w="1999328">
                  <a:moveTo>
                    <a:pt x="0" y="0"/>
                  </a:moveTo>
                  <a:lnTo>
                    <a:pt x="1999328" y="0"/>
                  </a:lnTo>
                  <a:lnTo>
                    <a:pt x="1999328" y="1535156"/>
                  </a:lnTo>
                  <a:lnTo>
                    <a:pt x="0" y="1535156"/>
                  </a:lnTo>
                  <a:close/>
                </a:path>
              </a:pathLst>
            </a:custGeom>
            <a:blipFill>
              <a:blip r:embed="rId3"/>
              <a:stretch>
                <a:fillRect l="0" t="-222" r="0" b="-22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897408" y="6433279"/>
            <a:ext cx="5238491" cy="5811968"/>
          </a:xfrm>
          <a:custGeom>
            <a:avLst/>
            <a:gdLst/>
            <a:ahLst/>
            <a:cxnLst/>
            <a:rect r="r" b="b" t="t" l="l"/>
            <a:pathLst>
              <a:path h="5811968" w="5238491">
                <a:moveTo>
                  <a:pt x="0" y="0"/>
                </a:moveTo>
                <a:lnTo>
                  <a:pt x="5238491" y="0"/>
                </a:lnTo>
                <a:lnTo>
                  <a:pt x="5238491" y="5811967"/>
                </a:lnTo>
                <a:lnTo>
                  <a:pt x="0" y="58119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784642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Diagrama de base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01/04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1191" y="4617420"/>
            <a:ext cx="4256784" cy="45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958" indent="-294479" lvl="1">
              <a:lnSpc>
                <a:spcPts val="3819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BolsaTrabajoBD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32577" y="2044464"/>
            <a:ext cx="5466718" cy="7715546"/>
            <a:chOff x="0" y="0"/>
            <a:chExt cx="1087709" cy="15351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7709" cy="1535156"/>
            </a:xfrm>
            <a:custGeom>
              <a:avLst/>
              <a:gdLst/>
              <a:ahLst/>
              <a:cxnLst/>
              <a:rect r="r" b="b" t="t" l="l"/>
              <a:pathLst>
                <a:path h="1535156" w="1087709">
                  <a:moveTo>
                    <a:pt x="0" y="0"/>
                  </a:moveTo>
                  <a:lnTo>
                    <a:pt x="1087709" y="0"/>
                  </a:lnTo>
                  <a:lnTo>
                    <a:pt x="1087709" y="1535156"/>
                  </a:lnTo>
                  <a:lnTo>
                    <a:pt x="0" y="1535156"/>
                  </a:lnTo>
                  <a:close/>
                </a:path>
              </a:pathLst>
            </a:custGeom>
            <a:blipFill>
              <a:blip r:embed="rId3"/>
              <a:stretch>
                <a:fillRect l="0" t="-334" r="0" b="-33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620447" y="2044464"/>
            <a:ext cx="5466718" cy="7715546"/>
            <a:chOff x="0" y="0"/>
            <a:chExt cx="1087709" cy="1535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7709" cy="1535156"/>
            </a:xfrm>
            <a:custGeom>
              <a:avLst/>
              <a:gdLst/>
              <a:ahLst/>
              <a:cxnLst/>
              <a:rect r="r" b="b" t="t" l="l"/>
              <a:pathLst>
                <a:path h="1535156" w="1087709">
                  <a:moveTo>
                    <a:pt x="0" y="0"/>
                  </a:moveTo>
                  <a:lnTo>
                    <a:pt x="1087709" y="0"/>
                  </a:lnTo>
                  <a:lnTo>
                    <a:pt x="1087709" y="1535156"/>
                  </a:lnTo>
                  <a:lnTo>
                    <a:pt x="0" y="1535156"/>
                  </a:lnTo>
                  <a:close/>
                </a:path>
              </a:pathLst>
            </a:custGeom>
            <a:blipFill>
              <a:blip r:embed="rId4"/>
              <a:stretch>
                <a:fillRect l="-1564" t="0" r="-156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9387" y="676606"/>
            <a:ext cx="1314251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Diagrama Arquitectura de Alto Nivel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01/04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32577" y="1589878"/>
            <a:ext cx="4256784" cy="45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958" indent="-294479" lvl="1">
              <a:lnSpc>
                <a:spcPts val="3819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Original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20447" y="1589878"/>
            <a:ext cx="4256784" cy="45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958" indent="-294479" lvl="1">
              <a:lnSpc>
                <a:spcPts val="3819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3" y="0"/>
                </a:lnTo>
                <a:lnTo>
                  <a:pt x="9125543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99117" y="3445536"/>
            <a:ext cx="10760183" cy="6308157"/>
          </a:xfrm>
          <a:custGeom>
            <a:avLst/>
            <a:gdLst/>
            <a:ahLst/>
            <a:cxnLst/>
            <a:rect r="r" b="b" t="t" l="l"/>
            <a:pathLst>
              <a:path h="6308157" w="10760183">
                <a:moveTo>
                  <a:pt x="0" y="0"/>
                </a:moveTo>
                <a:lnTo>
                  <a:pt x="10760183" y="0"/>
                </a:lnTo>
                <a:lnTo>
                  <a:pt x="10760183" y="6308158"/>
                </a:lnTo>
                <a:lnTo>
                  <a:pt x="0" y="63081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91983" y="2409480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Vista en ejecucion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5488" y="1386498"/>
            <a:ext cx="9937924" cy="7521388"/>
            <a:chOff x="0" y="0"/>
            <a:chExt cx="13250565" cy="1002851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879" r="0" b="879"/>
            <a:stretch>
              <a:fillRect/>
            </a:stretch>
          </p:blipFill>
          <p:spPr>
            <a:xfrm flipH="false" flipV="false">
              <a:off x="0" y="0"/>
              <a:ext cx="13250565" cy="10028518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13121385" y="6324578"/>
            <a:ext cx="5166615" cy="5166615"/>
          </a:xfrm>
          <a:custGeom>
            <a:avLst/>
            <a:gdLst/>
            <a:ahLst/>
            <a:cxnLst/>
            <a:rect r="r" b="b" t="t" l="l"/>
            <a:pathLst>
              <a:path h="5166615" w="5166615">
                <a:moveTo>
                  <a:pt x="0" y="0"/>
                </a:moveTo>
                <a:lnTo>
                  <a:pt x="5166615" y="0"/>
                </a:lnTo>
                <a:lnTo>
                  <a:pt x="5166615" y="5166615"/>
                </a:lnTo>
                <a:lnTo>
                  <a:pt x="0" y="516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55907" y="4225316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Vista rapida </a:t>
            </a:r>
          </a:p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del código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98559" y="1438574"/>
            <a:ext cx="3493612" cy="1759510"/>
          </a:xfrm>
          <a:custGeom>
            <a:avLst/>
            <a:gdLst/>
            <a:ahLst/>
            <a:cxnLst/>
            <a:rect r="r" b="b" t="t" l="l"/>
            <a:pathLst>
              <a:path h="1759510" w="3493612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9199" y="1438574"/>
            <a:ext cx="2008120" cy="1781750"/>
          </a:xfrm>
          <a:custGeom>
            <a:avLst/>
            <a:gdLst/>
            <a:ahLst/>
            <a:cxnLst/>
            <a:rect r="r" b="b" t="t" l="l"/>
            <a:pathLst>
              <a:path h="1781750" w="2008120">
                <a:moveTo>
                  <a:pt x="0" y="0"/>
                </a:moveTo>
                <a:lnTo>
                  <a:pt x="2008120" y="0"/>
                </a:lnTo>
                <a:lnTo>
                  <a:pt x="2008120" y="1781749"/>
                </a:lnTo>
                <a:lnTo>
                  <a:pt x="0" y="1781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98559" y="3800774"/>
            <a:ext cx="3493612" cy="3493612"/>
          </a:xfrm>
          <a:custGeom>
            <a:avLst/>
            <a:gdLst/>
            <a:ahLst/>
            <a:cxnLst/>
            <a:rect r="r" b="b" t="t" l="l"/>
            <a:pathLst>
              <a:path h="3493612" w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48272" y="1438574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48272" y="6126134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48272" y="7989418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98559" y="7894461"/>
            <a:ext cx="3493612" cy="1200532"/>
          </a:xfrm>
          <a:custGeom>
            <a:avLst/>
            <a:gdLst/>
            <a:ahLst/>
            <a:cxnLst/>
            <a:rect r="r" b="b" t="t" l="l"/>
            <a:pathLst>
              <a:path h="1200532" w="349361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45187" y="3960992"/>
            <a:ext cx="1916143" cy="1505043"/>
          </a:xfrm>
          <a:custGeom>
            <a:avLst/>
            <a:gdLst/>
            <a:ahLst/>
            <a:cxnLst/>
            <a:rect r="r" b="b" t="t" l="l"/>
            <a:pathLst>
              <a:path h="1505043" w="1916143">
                <a:moveTo>
                  <a:pt x="0" y="0"/>
                </a:moveTo>
                <a:lnTo>
                  <a:pt x="1916144" y="0"/>
                </a:lnTo>
                <a:lnTo>
                  <a:pt x="1916144" y="1505044"/>
                </a:lnTo>
                <a:lnTo>
                  <a:pt x="0" y="150504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65507" y="6126134"/>
            <a:ext cx="2167480" cy="1087681"/>
          </a:xfrm>
          <a:custGeom>
            <a:avLst/>
            <a:gdLst/>
            <a:ahLst/>
            <a:cxnLst/>
            <a:rect r="r" b="b" t="t" l="l"/>
            <a:pathLst>
              <a:path h="1087681" w="2167480">
                <a:moveTo>
                  <a:pt x="0" y="0"/>
                </a:moveTo>
                <a:lnTo>
                  <a:pt x="2167480" y="0"/>
                </a:lnTo>
                <a:lnTo>
                  <a:pt x="2167480" y="1087681"/>
                </a:lnTo>
                <a:lnTo>
                  <a:pt x="0" y="10876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06927" y="7752407"/>
            <a:ext cx="1484639" cy="1484639"/>
          </a:xfrm>
          <a:custGeom>
            <a:avLst/>
            <a:gdLst/>
            <a:ahLst/>
            <a:cxnLst/>
            <a:rect r="r" b="b" t="t" l="l"/>
            <a:pathLst>
              <a:path h="1484639" w="1484639">
                <a:moveTo>
                  <a:pt x="0" y="0"/>
                </a:moveTo>
                <a:lnTo>
                  <a:pt x="1484640" y="0"/>
                </a:lnTo>
                <a:lnTo>
                  <a:pt x="1484640" y="1484639"/>
                </a:lnTo>
                <a:lnTo>
                  <a:pt x="0" y="1484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8032" y="4713514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7245" y="2098055"/>
            <a:ext cx="11621819" cy="124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06"/>
              </a:lnSpc>
              <a:spcBef>
                <a:spcPct val="0"/>
              </a:spcBef>
            </a:pPr>
            <a:r>
              <a:rPr lang="en-US" sz="11033" spc="-87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GRACIAS!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8380" y="3922892"/>
            <a:ext cx="60843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  <a:hlinkClick r:id="rId24" tooltip="https://github.com/torres-martin/ds4/tree/387b63cd08422d7a7505ac6b3a03b29d2e0503ca/Proyecto1/Proyecto1"/>
              </a:rPr>
              <a:t>REPOSITORIO:</a:t>
            </a:r>
          </a:p>
          <a:p>
            <a:pPr algn="l">
              <a:lnSpc>
                <a:spcPts val="2800"/>
              </a:lnSpc>
            </a:pPr>
            <a:r>
              <a:rPr lang="en-US" b="true" sz="2000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  <a:hlinkClick r:id="rId25" tooltip="https://github.com/torres-martin/ds4/tree/387b63cd08422d7a7505ac6b3a03b29d2e0503ca/Proyecto1/Proyecto1"/>
              </a:rPr>
              <a:t>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DAG7zi5VG_E</dc:identifier>
  <dcterms:modified xsi:type="dcterms:W3CDTF">2011-08-01T06:04:30Z</dcterms:modified>
  <cp:revision>1</cp:revision>
  <dc:title>Project final DS4</dc:title>
</cp:coreProperties>
</file>